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1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2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4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2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0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6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3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1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6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78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2668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45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71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05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06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6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62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Job Acceptance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Machine Learning </a:t>
            </a:r>
            <a:r>
              <a:rPr lang="en-US" dirty="0" smtClean="0"/>
              <a:t>Model for HR Analytics</a:t>
            </a:r>
            <a:endParaRPr dirty="0"/>
          </a:p>
          <a:p>
            <a:endParaRPr dirty="0"/>
          </a:p>
          <a:p>
            <a:r>
              <a:rPr dirty="0"/>
              <a:t>Presented by: </a:t>
            </a:r>
            <a:r>
              <a:rPr lang="en-US" dirty="0" err="1" smtClean="0"/>
              <a:t>Ganesan</a:t>
            </a:r>
            <a:r>
              <a:rPr lang="en-US" dirty="0" smtClean="0"/>
              <a:t> </a:t>
            </a:r>
            <a:r>
              <a:rPr lang="en-US" dirty="0" err="1" smtClean="0"/>
              <a:t>Kanagaraj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093" y="1187355"/>
            <a:ext cx="8175008" cy="5061051"/>
          </a:xfrm>
        </p:spPr>
        <p:txBody>
          <a:bodyPr>
            <a:normAutofit/>
          </a:bodyPr>
          <a:lstStyle/>
          <a:p>
            <a:r>
              <a:rPr lang="en-IN" dirty="0"/>
              <a:t>Recruitment teams face challenges such as:</a:t>
            </a:r>
          </a:p>
          <a:p>
            <a:pPr lvl="0"/>
            <a:r>
              <a:rPr lang="en-IN" dirty="0"/>
              <a:t>High offer dropout rates</a:t>
            </a:r>
          </a:p>
          <a:p>
            <a:pPr lvl="0"/>
            <a:r>
              <a:rPr lang="en-IN" dirty="0"/>
              <a:t>Inefficient hiring cycles</a:t>
            </a:r>
          </a:p>
          <a:p>
            <a:pPr lvl="0"/>
            <a:r>
              <a:rPr lang="en-IN" dirty="0" smtClean="0"/>
              <a:t>Lack </a:t>
            </a:r>
            <a:r>
              <a:rPr lang="en-IN" dirty="0"/>
              <a:t>of insight into candidate </a:t>
            </a:r>
            <a:r>
              <a:rPr lang="en-IN" dirty="0" smtClean="0"/>
              <a:t>decision-making</a:t>
            </a:r>
          </a:p>
          <a:p>
            <a:pPr lvl="0"/>
            <a:endParaRPr lang="en-US" dirty="0"/>
          </a:p>
          <a:p>
            <a:pPr marL="0" lv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Goal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811333" cy="4375171"/>
          </a:xfrm>
        </p:spPr>
        <p:txBody>
          <a:bodyPr/>
          <a:lstStyle/>
          <a:p>
            <a:r>
              <a:rPr lang="en-IN" dirty="0"/>
              <a:t>The goal of this project is to:</a:t>
            </a:r>
          </a:p>
          <a:p>
            <a:pPr lvl="0"/>
            <a:r>
              <a:rPr lang="en-IN" dirty="0"/>
              <a:t>Predict job acceptance (Accepted = 1, Rejected = 0)</a:t>
            </a:r>
          </a:p>
          <a:p>
            <a:pPr lvl="0"/>
            <a:r>
              <a:rPr lang="en-IN" dirty="0"/>
              <a:t>Identify factors influencing acceptance</a:t>
            </a:r>
          </a:p>
          <a:p>
            <a:pPr lvl="0"/>
            <a:r>
              <a:rPr lang="en-IN" dirty="0"/>
              <a:t>Handle real-world data issues (missing values, inconsistencies)</a:t>
            </a:r>
          </a:p>
          <a:p>
            <a:pPr lvl="0"/>
            <a:r>
              <a:rPr lang="en-IN" dirty="0"/>
              <a:t>Enable data-driven recruitment strategies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50,</a:t>
            </a:r>
            <a:r>
              <a:rPr lang="en-US" dirty="0" smtClean="0"/>
              <a:t>5</a:t>
            </a:r>
            <a:r>
              <a:rPr dirty="0" smtClean="0"/>
              <a:t>00 </a:t>
            </a:r>
            <a:r>
              <a:rPr dirty="0"/>
              <a:t>records</a:t>
            </a:r>
          </a:p>
          <a:p>
            <a:r>
              <a:rPr dirty="0"/>
              <a:t>Includes </a:t>
            </a:r>
            <a:r>
              <a:rPr lang="en-US" dirty="0" smtClean="0"/>
              <a:t>26 features like, starting from Age, </a:t>
            </a:r>
            <a:r>
              <a:rPr dirty="0" smtClean="0"/>
              <a:t>academic</a:t>
            </a:r>
            <a:r>
              <a:rPr dirty="0"/>
              <a:t>, skills, experience, interview </a:t>
            </a:r>
            <a:r>
              <a:rPr dirty="0" smtClean="0"/>
              <a:t>data</a:t>
            </a:r>
            <a:r>
              <a:rPr lang="en-US" dirty="0" smtClean="0"/>
              <a:t> etc.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Handled missing values</a:t>
            </a:r>
          </a:p>
          <a:p>
            <a:r>
              <a:rPr dirty="0"/>
              <a:t>Removed </a:t>
            </a:r>
            <a:r>
              <a:rPr dirty="0" smtClean="0"/>
              <a:t>duplicates</a:t>
            </a:r>
            <a:endParaRPr lang="en-US" dirty="0" smtClean="0"/>
          </a:p>
          <a:p>
            <a:r>
              <a:rPr lang="en-US" dirty="0" smtClean="0"/>
              <a:t>Handling outliers</a:t>
            </a:r>
            <a:endParaRPr dirty="0"/>
          </a:p>
          <a:p>
            <a:r>
              <a:rPr dirty="0"/>
              <a:t>Encoded categorical data</a:t>
            </a:r>
          </a:p>
          <a:p>
            <a:r>
              <a:rPr dirty="0"/>
              <a:t>Feature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Interview score impacts acceptance</a:t>
            </a:r>
          </a:p>
          <a:p>
            <a:r>
              <a:t>Skills match is key</a:t>
            </a:r>
          </a:p>
          <a:p>
            <a:r>
              <a:t>Experience matters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Experience </a:t>
            </a:r>
            <a:r>
              <a:rPr dirty="0" smtClean="0"/>
              <a:t>category</a:t>
            </a:r>
            <a:r>
              <a:rPr lang="en-US" dirty="0" smtClean="0"/>
              <a:t> (Fresher, Junior, </a:t>
            </a:r>
            <a:r>
              <a:rPr lang="en-US" dirty="0" err="1" smtClean="0"/>
              <a:t>Experiened</a:t>
            </a:r>
            <a:r>
              <a:rPr lang="en-US" dirty="0" smtClean="0"/>
              <a:t>)</a:t>
            </a:r>
            <a:endParaRPr dirty="0"/>
          </a:p>
          <a:p>
            <a:r>
              <a:rPr dirty="0"/>
              <a:t>Skills level</a:t>
            </a:r>
          </a:p>
          <a:p>
            <a:r>
              <a:rPr dirty="0"/>
              <a:t>Performance bands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problem</a:t>
            </a:r>
          </a:p>
          <a:p>
            <a:r>
              <a:t>Models: Logistic Regression, 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</a:t>
            </a:r>
          </a:p>
          <a:p>
            <a:r>
              <a:t>Recall</a:t>
            </a:r>
          </a:p>
          <a:p>
            <a:r>
              <a:t>F1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 achieved</a:t>
            </a:r>
          </a:p>
          <a:p>
            <a:r>
              <a:t>Key factors identified</a:t>
            </a:r>
          </a:p>
          <a:p>
            <a:r>
              <a:t>Strong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 rate</a:t>
            </a:r>
          </a:p>
          <a:p>
            <a:r>
              <a:t>Acceptance rate</a:t>
            </a:r>
          </a:p>
          <a:p>
            <a:r>
              <a:t>Interview score</a:t>
            </a:r>
          </a:p>
          <a:p>
            <a:r>
              <a:t>Skills match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improves hiring decisions</a:t>
            </a:r>
          </a:p>
          <a:p>
            <a:r>
              <a:t>Reduces risk</a:t>
            </a:r>
          </a:p>
          <a:p>
            <a:r>
              <a:t>Supports HR strategies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121</TotalTime>
  <Words>189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Job Acceptance Prediction System</vt:lpstr>
      <vt:lpstr>Problem Statement</vt:lpstr>
      <vt:lpstr>Project Goal</vt:lpstr>
      <vt:lpstr>Dataset</vt:lpstr>
      <vt:lpstr>Data Preprocessing</vt:lpstr>
      <vt:lpstr>EDA Insights</vt:lpstr>
      <vt:lpstr>Feature Engineering</vt:lpstr>
      <vt:lpstr>Modeling</vt:lpstr>
      <vt:lpstr>Evaluation Metrics</vt:lpstr>
      <vt:lpstr>Results</vt:lpstr>
      <vt:lpstr>Dashboard KPIs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Acceptance Prediction System</dc:title>
  <dc:subject/>
  <dc:creator/>
  <cp:keywords/>
  <dc:description>generated using python-pptx</dc:description>
  <cp:lastModifiedBy>ASUS</cp:lastModifiedBy>
  <cp:revision>10</cp:revision>
  <dcterms:created xsi:type="dcterms:W3CDTF">2013-01-27T09:14:16Z</dcterms:created>
  <dcterms:modified xsi:type="dcterms:W3CDTF">2026-05-07T05:56:42Z</dcterms:modified>
  <cp:category/>
</cp:coreProperties>
</file>